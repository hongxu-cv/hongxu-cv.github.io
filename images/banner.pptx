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819"/>
    <a:srgbClr val="FF7B11"/>
    <a:srgbClr val="FF6D0D"/>
    <a:srgbClr val="F3670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25"/>
    <p:restoredTop sz="93916"/>
  </p:normalViewPr>
  <p:slideViewPr>
    <p:cSldViewPr snapToGrid="0" snapToObjects="1">
      <p:cViewPr varScale="1">
        <p:scale>
          <a:sx n="98" d="100"/>
          <a:sy n="98" d="100"/>
        </p:scale>
        <p:origin x="22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4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1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8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3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5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8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4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50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D145D-5474-BC45-B8BA-D465C7BF17A8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4C6B-D02C-0B49-BC35-D304ADB1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8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microsoft.com/office/2007/relationships/hdphoto" Target="../media/hdphoto2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788" y="536956"/>
            <a:ext cx="8356600" cy="2565400"/>
          </a:xfrm>
          <a:prstGeom prst="rect">
            <a:avLst/>
          </a:prstGeom>
        </p:spPr>
      </p:pic>
      <p:pic>
        <p:nvPicPr>
          <p:cNvPr id="1026" name="Picture 2" descr="atei:ETH Zürich Logo black.svg – Wikipedia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6431"/>
            <a:ext cx="1905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4172" y="4099895"/>
            <a:ext cx="12192000" cy="202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8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86"/>
            <a:ext cx="11899900" cy="273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grayscl/>
          </a:blip>
          <a:srcRect t="42441" r="2973" b="9254"/>
          <a:stretch/>
        </p:blipFill>
        <p:spPr>
          <a:xfrm>
            <a:off x="2992582" y="194046"/>
            <a:ext cx="8907318" cy="27165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92582" y="194046"/>
            <a:ext cx="8907318" cy="2716540"/>
          </a:xfrm>
          <a:prstGeom prst="rect">
            <a:avLst/>
          </a:prstGeom>
          <a:solidFill>
            <a:srgbClr val="00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8871" y="2459174"/>
            <a:ext cx="1540559" cy="2557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399" y="829140"/>
            <a:ext cx="402799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Science and Art: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ook Antiqua" charset="0"/>
                <a:ea typeface="Book Antiqua" charset="0"/>
                <a:cs typeface="Book Antiqua" charset="0"/>
              </a:rPr>
              <a:t>A Tale of Two Egos</a:t>
            </a:r>
            <a:endParaRPr lang="en-US" sz="2400" dirty="0">
              <a:solidFill>
                <a:schemeClr val="bg1"/>
              </a:solidFill>
              <a:latin typeface="Book Antiqua" charset="0"/>
              <a:ea typeface="Book Antiqua" charset="0"/>
              <a:cs typeface="Book Antiqua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04571" y="1836191"/>
            <a:ext cx="1279004" cy="45719"/>
          </a:xfrm>
          <a:prstGeom prst="rect">
            <a:avLst/>
          </a:prstGeom>
          <a:solidFill>
            <a:srgbClr val="FF9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200399" y="2059064"/>
            <a:ext cx="276056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科</a:t>
            </a:r>
            <a:r>
              <a:rPr lang="en-US" altLang="zh-CN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/</a:t>
            </a:r>
            <a:r>
              <a:rPr lang="zh-CN" altLang="en-US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学</a:t>
            </a:r>
            <a:r>
              <a:rPr lang="en-US" altLang="zh-CN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/</a:t>
            </a:r>
            <a:r>
              <a:rPr lang="zh-CN" altLang="en-US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艺</a:t>
            </a:r>
            <a:r>
              <a:rPr lang="en-US" altLang="zh-CN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/</a:t>
            </a:r>
            <a:r>
              <a:rPr lang="zh-CN" altLang="en-US" sz="2000" dirty="0" smtClean="0">
                <a:solidFill>
                  <a:schemeClr val="bg1"/>
                </a:solidFill>
                <a:latin typeface="Hiragino Mincho Pro W3" charset="-128"/>
                <a:ea typeface="Hiragino Mincho Pro W3" charset="-128"/>
                <a:cs typeface="Hiragino Mincho Pro W3" charset="-128"/>
              </a:rPr>
              <a:t>术</a:t>
            </a:r>
            <a:endParaRPr lang="en-US" sz="2000" dirty="0">
              <a:solidFill>
                <a:schemeClr val="bg1"/>
              </a:solidFill>
              <a:latin typeface="Hiragino Mincho Pro W3" charset="-128"/>
              <a:ea typeface="Hiragino Mincho Pro W3" charset="-128"/>
              <a:cs typeface="Hiragino Mincho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291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Book Antiqua</vt:lpstr>
      <vt:lpstr>Calibri</vt:lpstr>
      <vt:lpstr>Calibri Light</vt:lpstr>
      <vt:lpstr>Hiragino Mincho Pro W3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7</cp:revision>
  <dcterms:created xsi:type="dcterms:W3CDTF">2021-03-18T15:04:48Z</dcterms:created>
  <dcterms:modified xsi:type="dcterms:W3CDTF">2021-03-23T22:19:32Z</dcterms:modified>
</cp:coreProperties>
</file>