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819"/>
    <a:srgbClr val="FF7B11"/>
    <a:srgbClr val="FF6D0D"/>
    <a:srgbClr val="F3670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01"/>
    <p:restoredTop sz="93840"/>
  </p:normalViewPr>
  <p:slideViewPr>
    <p:cSldViewPr snapToGrid="0" snapToObjects="1">
      <p:cViewPr>
        <p:scale>
          <a:sx n="73" d="100"/>
          <a:sy n="73" d="100"/>
        </p:scale>
        <p:origin x="2904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75AF9-CCBF-6143-90EA-F867A8D5A139}" type="datetimeFigureOut">
              <a:rPr lang="en-US" smtClean="0"/>
              <a:t>3/31/21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0ADBB-16A9-7A44-8C12-FE6AD67FB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3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4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1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8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3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5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8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4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50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D145D-5474-BC45-B8BA-D465C7BF17A8}" type="datetimeFigureOut">
              <a:rPr lang="en-US" smtClean="0"/>
              <a:t>3/31/21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8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microsoft.com/office/2007/relationships/hdphoto" Target="../media/hdphoto2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2.wdp"/><Relationship Id="rId5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2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788" y="536956"/>
            <a:ext cx="8356600" cy="2565400"/>
          </a:xfrm>
          <a:prstGeom prst="rect">
            <a:avLst/>
          </a:prstGeom>
        </p:spPr>
      </p:pic>
      <p:pic>
        <p:nvPicPr>
          <p:cNvPr id="1026" name="Picture 2" descr="atei:ETH Zürich Logo black.svg – Wikipedia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6431"/>
            <a:ext cx="1905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555" y="3087959"/>
            <a:ext cx="12192000" cy="202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8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86"/>
            <a:ext cx="11899900" cy="273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grayscl/>
          </a:blip>
          <a:srcRect t="42441" r="2973" b="9254"/>
          <a:stretch/>
        </p:blipFill>
        <p:spPr>
          <a:xfrm>
            <a:off x="2992582" y="194046"/>
            <a:ext cx="8907318" cy="27165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92582" y="194046"/>
            <a:ext cx="8907318" cy="2716540"/>
          </a:xfrm>
          <a:prstGeom prst="rect">
            <a:avLst/>
          </a:prstGeom>
          <a:solidFill>
            <a:srgbClr val="00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8871" y="2459174"/>
            <a:ext cx="1540559" cy="2557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399" y="829140"/>
            <a:ext cx="402799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Science and Art: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A Tale of Two Egos</a:t>
            </a:r>
            <a:endParaRPr lang="en-US" sz="2400" dirty="0">
              <a:solidFill>
                <a:schemeClr val="bg1"/>
              </a:solidFill>
              <a:latin typeface="Book Antiqua" charset="0"/>
              <a:ea typeface="Book Antiqua" charset="0"/>
              <a:cs typeface="Book Antiqua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04571" y="1836191"/>
            <a:ext cx="1207008" cy="45719"/>
          </a:xfrm>
          <a:prstGeom prst="rect">
            <a:avLst/>
          </a:prstGeom>
          <a:solidFill>
            <a:srgbClr val="FF9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200399" y="2059064"/>
            <a:ext cx="27605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EST. 1993</a:t>
            </a:r>
            <a:endParaRPr lang="en-US" sz="2000" dirty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7500"/>
            <a:ext cx="11899900" cy="2730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grayscl/>
          </a:blip>
          <a:srcRect t="42441" r="2973" b="9254"/>
          <a:stretch/>
        </p:blipFill>
        <p:spPr>
          <a:xfrm>
            <a:off x="2992582" y="4141460"/>
            <a:ext cx="8907318" cy="27165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992582" y="4141460"/>
            <a:ext cx="8907318" cy="2716540"/>
          </a:xfrm>
          <a:prstGeom prst="rect">
            <a:avLst/>
          </a:prstGeom>
          <a:solidFill>
            <a:srgbClr val="00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8871" y="6406588"/>
            <a:ext cx="1540559" cy="2557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0399" y="4750050"/>
            <a:ext cx="402799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賦 科學</a:t>
            </a:r>
            <a:r>
              <a:rPr lang="en-US" altLang="zh-CN" sz="2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以生命</a:t>
            </a:r>
            <a:endParaRPr lang="en-US" altLang="zh-CN" sz="2400" dirty="0" smtClean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予歲月</a:t>
            </a:r>
            <a:r>
              <a:rPr lang="en-US" altLang="zh-CN" sz="2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以 文明</a:t>
            </a:r>
            <a:endParaRPr lang="en-US" sz="2400" dirty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04571" y="5783605"/>
            <a:ext cx="1207008" cy="45719"/>
          </a:xfrm>
          <a:prstGeom prst="rect">
            <a:avLst/>
          </a:prstGeom>
          <a:solidFill>
            <a:srgbClr val="FF9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00399" y="6006478"/>
            <a:ext cx="27605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EST. 1993</a:t>
            </a:r>
            <a:endParaRPr lang="en-US" sz="2000" dirty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291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grayscl/>
          </a:blip>
          <a:srcRect t="43824" r="2973" b="14920"/>
          <a:stretch/>
        </p:blipFill>
        <p:spPr>
          <a:xfrm>
            <a:off x="-4348066" y="4306531"/>
            <a:ext cx="20373975" cy="492596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-4348066" y="4332648"/>
            <a:ext cx="20373975" cy="4899845"/>
          </a:xfrm>
          <a:prstGeom prst="rect">
            <a:avLst/>
          </a:prstGeom>
          <a:solidFill>
            <a:srgbClr val="00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0592" y="8452389"/>
            <a:ext cx="2844207" cy="4382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-3787629" y="6728749"/>
            <a:ext cx="3995952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賦 科學</a:t>
            </a:r>
            <a:r>
              <a:rPr lang="en-US" altLang="zh-CN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以生命</a:t>
            </a:r>
            <a:r>
              <a:rPr lang="en-US" altLang="zh-CN" sz="4400" dirty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endParaRPr lang="en-US" altLang="zh-CN" sz="4400" dirty="0" smtClean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  <a:p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予歲月</a:t>
            </a:r>
            <a:r>
              <a:rPr lang="en-US" altLang="zh-CN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以 文明</a:t>
            </a:r>
            <a:endParaRPr lang="en-US" sz="4400" dirty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-3671485" y="6436121"/>
            <a:ext cx="3671485" cy="94568"/>
          </a:xfrm>
          <a:prstGeom prst="rect">
            <a:avLst/>
          </a:prstGeom>
          <a:solidFill>
            <a:srgbClr val="FF9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户封面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8065" y="-1402324"/>
            <a:ext cx="20373975" cy="488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-3768580" y="4788481"/>
            <a:ext cx="6548285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Science and Art: </a:t>
            </a:r>
          </a:p>
          <a:p>
            <a:r>
              <a:rPr lang="en-US" sz="46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A Tale of Two Egos</a:t>
            </a:r>
            <a:endParaRPr lang="en-US" sz="4600" dirty="0">
              <a:solidFill>
                <a:schemeClr val="bg1"/>
              </a:solidFill>
              <a:latin typeface="Book Antiqua" charset="0"/>
              <a:ea typeface="Book Antiqua" charset="0"/>
              <a:cs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625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grayscl/>
          </a:blip>
          <a:srcRect l="20708" t="14718" r="25849" b="113"/>
          <a:stretch/>
        </p:blipFill>
        <p:spPr>
          <a:xfrm>
            <a:off x="1" y="415636"/>
            <a:ext cx="11222182" cy="1030778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" y="415635"/>
            <a:ext cx="11222182" cy="10307783"/>
          </a:xfrm>
          <a:prstGeom prst="rect">
            <a:avLst/>
          </a:prstGeom>
          <a:solidFill>
            <a:srgbClr val="00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65610" y="7704243"/>
            <a:ext cx="2844207" cy="4382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9790" y="6174566"/>
            <a:ext cx="4312502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賦</a:t>
            </a:r>
            <a:r>
              <a:rPr lang="en-US" altLang="zh-CN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科學</a:t>
            </a:r>
            <a:r>
              <a:rPr lang="en-US" altLang="zh-CN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以生命</a:t>
            </a:r>
            <a:r>
              <a:rPr lang="en-US" altLang="zh-CN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予歲月</a:t>
            </a:r>
            <a:r>
              <a:rPr lang="en-US" altLang="zh-CN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 </a:t>
            </a:r>
            <a:r>
              <a:rPr lang="zh-CN" altLang="en-US" sz="44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以 文明</a:t>
            </a:r>
            <a:endParaRPr lang="en-US" sz="4400" dirty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5934" y="5881938"/>
            <a:ext cx="3671485" cy="94568"/>
          </a:xfrm>
          <a:prstGeom prst="rect">
            <a:avLst/>
          </a:prstGeom>
          <a:solidFill>
            <a:srgbClr val="FF9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58839" y="4234298"/>
            <a:ext cx="6548285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Science and Art: </a:t>
            </a:r>
          </a:p>
          <a:p>
            <a:r>
              <a:rPr lang="en-US" sz="46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A Tale of Two Egos</a:t>
            </a:r>
            <a:endParaRPr lang="en-US" sz="4600" dirty="0">
              <a:solidFill>
                <a:schemeClr val="bg1"/>
              </a:solidFill>
              <a:latin typeface="Book Antiqua" charset="0"/>
              <a:ea typeface="Book Antiqua" charset="0"/>
              <a:cs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96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57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Book Antiqua</vt:lpstr>
      <vt:lpstr>Calibri</vt:lpstr>
      <vt:lpstr>Calibri Light</vt:lpstr>
      <vt:lpstr>Hiragino Mincho Pro W3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20</cp:revision>
  <dcterms:created xsi:type="dcterms:W3CDTF">2021-03-18T15:04:48Z</dcterms:created>
  <dcterms:modified xsi:type="dcterms:W3CDTF">2021-03-30T23:38:56Z</dcterms:modified>
</cp:coreProperties>
</file>